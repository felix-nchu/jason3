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42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image" Target="../media/image10.png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11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10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11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10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11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10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1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26" Type="http://schemas.openxmlformats.org/officeDocument/2006/relationships/image" Target="../media/image143.png"/><Relationship Id="rId3" Type="http://schemas.openxmlformats.org/officeDocument/2006/relationships/image" Target="../media/image10.png"/><Relationship Id="rId21" Type="http://schemas.openxmlformats.org/officeDocument/2006/relationships/image" Target="../media/image138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5" Type="http://schemas.openxmlformats.org/officeDocument/2006/relationships/image" Target="../media/image14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5" Type="http://schemas.openxmlformats.org/officeDocument/2006/relationships/image" Target="../media/image122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45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4" Type="http://schemas.openxmlformats.org/officeDocument/2006/relationships/image" Target="../media/image11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Relationship Id="rId27" Type="http://schemas.openxmlformats.org/officeDocument/2006/relationships/image" Target="../media/image1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0" y="762000"/>
            <a:ext cx="28575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4191000"/>
            <a:ext cx="19050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2613" y="2171700"/>
            <a:ext cx="3333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0288" y="2171700"/>
            <a:ext cx="3048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962400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1688" y="3962400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1350" y="3962400"/>
            <a:ext cx="342900" cy="3810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670340" y="2667000"/>
            <a:ext cx="485132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家務整潔 AI 小助手</a:t>
            </a:r>
            <a:endParaRPr lang="en-US" sz="3600" dirty="0"/>
          </a:p>
        </p:txBody>
      </p:sp>
      <p:sp>
        <p:nvSpPr>
          <p:cNvPr id="12" name="Text 1"/>
          <p:cNvSpPr/>
          <p:nvPr/>
        </p:nvSpPr>
        <p:spPr>
          <a:xfrm>
            <a:off x="3670340" y="3276600"/>
            <a:ext cx="485132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讓 AI 成為你的整理夥伴，而不是催促者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4663440" y="44577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智慧辨識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5730240" y="44577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角色互動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6797040" y="44577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成效追蹤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5334000" cy="2171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85900"/>
            <a:ext cx="3238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57600"/>
            <a:ext cx="5334000" cy="2247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8862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257300"/>
            <a:ext cx="5334000" cy="2400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148590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600" y="23812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886200"/>
            <a:ext cx="5334000" cy="2171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4114800"/>
            <a:ext cx="219075" cy="3429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提案背景與動機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1162050" y="1504950"/>
            <a:ext cx="2468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現代居家整理的困境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85800" y="19812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「 </a:t>
            </a:r>
            <a:r>
              <a:rPr lang="en-US" sz="135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知道該整理，卻提不起勁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」已成為現代居家生活的普遍困擾。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85800" y="26670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特別是長時間在家工作者，由於缺乏辦公室環境的外部約束，居家空間的整潔度容易被忽視。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1123950" y="3905250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整理的本質挑戰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85800" y="4381500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居家整理的困難點往往不在於整理本身，而在於：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723900" y="4724400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缺乏開始的動力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723900" y="5067300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維持整潔的持續性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723900" y="5410200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「開始」與「維持」的雙重挑戰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7067550" y="1504950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雜亂環境的影響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6629400" y="2000250"/>
            <a:ext cx="3619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造成視覺與心理壓力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6629400" y="2343150"/>
            <a:ext cx="3619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影響情緒穩定性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6629400" y="2686050"/>
            <a:ext cx="3619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降低專注力與工作效率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6629400" y="302895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加劇物品隨意堆放的惡性循環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7000875" y="4133850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我們的解決思路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6629400" y="46101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透過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人工智慧（AI）技術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，將原本枯燥的整理任務轉化為遊戲般的互動體驗。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6629400" y="52959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讓AI成為使用者的 </a:t>
            </a:r>
            <a:r>
              <a:rPr lang="en-US" sz="135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整理夥伴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，而非催促者，從而有效解決居家整潔的挑戰。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76400"/>
            <a:ext cx="3606701" cy="18478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288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63" y="196215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1676400"/>
            <a:ext cx="3606850" cy="18478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4901" y="18288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2063" y="196215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1676400"/>
            <a:ext cx="3606701" cy="18478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0350" y="18288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7513" y="19621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52850"/>
            <a:ext cx="3606701" cy="18478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90525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40386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3752850"/>
            <a:ext cx="3606850" cy="18478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44901" y="390525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6351" y="40386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3752850"/>
            <a:ext cx="3606701" cy="18478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0350" y="390525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1800" y="40386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829300"/>
            <a:ext cx="11277600" cy="5715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問題根源分析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居家整理的困難點往往不在於整理本身，而在於「開始」與「維持」。以下為主要問題根源：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295400" y="198120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缺乏整理動力與外在压力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3"/>
          <p:cNvSpPr/>
          <p:nvPr/>
        </p:nvSpPr>
        <p:spPr>
          <a:xfrm>
            <a:off x="609600" y="25146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特別是長時間在家工作者，缺乏辦公室環境的外部約束，導致居家空間整潔度被忽視。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4"/>
          <p:cNvSpPr/>
          <p:nvPr/>
        </p:nvSpPr>
        <p:spPr>
          <a:xfrm>
            <a:off x="5130701" y="198120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內在動力不足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4444901" y="25146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面對雜亂環境，許多人會感到不知所措，產生心理抗拒，導致遲遲無法行動。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 6"/>
          <p:cNvSpPr/>
          <p:nvPr/>
        </p:nvSpPr>
        <p:spPr>
          <a:xfrm>
            <a:off x="8966150" y="198120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雜亂環境影響情緒與效率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Text 7"/>
          <p:cNvSpPr/>
          <p:nvPr/>
        </p:nvSpPr>
        <p:spPr>
          <a:xfrm>
            <a:off x="8280350" y="25146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混亂的居家環境不僅造成視覺壓力，也間接影響情緒穩定性、專注力及生活效率。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295400" y="405765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不知從何開始整理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09600" y="459105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傳統整理方法或待辦清單往往過於抽象，無法提供具體且個人化的指引。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5130701" y="405765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容易分心或半途而廢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4444901" y="459105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整理過程中缺乏即時的陪伴、鼓勵與回饋機制，容易讓使用者感到孤單、無聊。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8966150" y="405765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對整理有心理抗拒感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8280350" y="459105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傳統家務應用程式通常缺乏情感連結，冰冷的介面和指令難以激發使用者的積極性。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-487680" y="59817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這些問題共同構築了現代人居家整理的痛點，也為 </a:t>
            </a:r>
            <a:r>
              <a:rPr lang="en-US" sz="1350" b="1" dirty="0">
                <a:solidFill>
                  <a:srgbClr val="16A34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AI技術的介入 </a:t>
            </a:r>
            <a:r>
              <a:rPr lang="en-US" sz="1350" b="1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提供了廣闊的應用空間。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625" y="3867150"/>
            <a:ext cx="142875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5052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1688" y="3695700"/>
            <a:ext cx="42862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686050"/>
            <a:ext cx="4510980" cy="2400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91465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0" y="310515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867150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24815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629150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820" y="2686050"/>
            <a:ext cx="4510980" cy="2400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2420" y="2914650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9107" y="3105150"/>
            <a:ext cx="428625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2420" y="386715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2420" y="424815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2420" y="4629150"/>
            <a:ext cx="171450" cy="1714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提案目的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-670560" y="1333500"/>
            <a:ext cx="13533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建立一套能夠 </a:t>
            </a:r>
            <a:r>
              <a:rPr lang="en-US" sz="18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辨識房間狀況 </a:t>
            </a:r>
            <a:r>
              <a:rPr lang="en-US" sz="1800" b="1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、提供 </a:t>
            </a:r>
            <a:r>
              <a:rPr lang="en-US" sz="18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具體整理建議 </a:t>
            </a:r>
            <a:r>
              <a:rPr lang="en-US" sz="1800" b="1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，並以 </a:t>
            </a:r>
            <a:r>
              <a:rPr lang="en-US" sz="18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角色互動 </a:t>
            </a:r>
            <a:r>
              <a:rPr lang="en-US" sz="1800" b="1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激勵使用者行動的系統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600200" y="3143250"/>
            <a:ext cx="21945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智能辨識整理系統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933450" y="3829050"/>
            <a:ext cx="29950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透過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影像辨識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精準分析房間狀況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933450" y="4210050"/>
            <a:ext cx="34064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提供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具體可行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的整理建議與行動清單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933450" y="4591050"/>
            <a:ext cx="38179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以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多模態模型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串接視覺、語音與對話功能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366820" y="3143250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虛擬整潔教練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7"/>
          <p:cNvSpPr/>
          <p:nvPr/>
        </p:nvSpPr>
        <p:spPr>
          <a:xfrm>
            <a:off x="7700070" y="3829050"/>
            <a:ext cx="29835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讓AI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懂你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：理解個人習慣與偏好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8"/>
          <p:cNvSpPr/>
          <p:nvPr/>
        </p:nvSpPr>
        <p:spPr>
          <a:xfrm>
            <a:off x="7700070" y="4210050"/>
            <a:ext cx="29835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讓AI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陪你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：提供即時陪伴與鼓勵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7700070" y="4591050"/>
            <a:ext cx="36008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讓AI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推你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：以遊戲化機制激勵持續行動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57200" y="61341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「AI不只是工具，而是你的整理夥伴」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00200"/>
            <a:ext cx="381000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809750"/>
            <a:ext cx="21907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1600200"/>
            <a:ext cx="381000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300" y="18097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1600200"/>
            <a:ext cx="3810000" cy="68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0" y="180975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286000"/>
            <a:ext cx="381000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24003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0" y="2286000"/>
            <a:ext cx="3810000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05300" y="24003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0" y="2286000"/>
            <a:ext cx="3810000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5300" y="24003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781300"/>
            <a:ext cx="3810000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300" y="2895600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0" y="2781300"/>
            <a:ext cx="3810000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05300" y="28956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0" y="2781300"/>
            <a:ext cx="3810000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15300" y="2895600"/>
            <a:ext cx="23812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76600"/>
            <a:ext cx="3810000" cy="495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5300" y="33909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0" y="3276600"/>
            <a:ext cx="3810000" cy="495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05300" y="3390900"/>
            <a:ext cx="14287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0" y="3276600"/>
            <a:ext cx="3810000" cy="495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15300" y="339090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771900"/>
            <a:ext cx="3810000" cy="495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5300" y="3886200"/>
            <a:ext cx="238125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1000" y="3771900"/>
            <a:ext cx="3810000" cy="4953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05300" y="3886200"/>
            <a:ext cx="171450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01000" y="3771900"/>
            <a:ext cx="3810000" cy="4953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15300" y="3886200"/>
            <a:ext cx="142875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22427" y="5981700"/>
            <a:ext cx="5746998" cy="4953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92290" y="6134100"/>
            <a:ext cx="133350" cy="17145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使用者痛點與 AI 解決方案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95300" y="1104900"/>
            <a:ext cx="38100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使用者痛點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2"/>
          <p:cNvSpPr/>
          <p:nvPr/>
        </p:nvSpPr>
        <p:spPr>
          <a:xfrm>
            <a:off x="4305300" y="1104900"/>
            <a:ext cx="38100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傳統解法問題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3"/>
          <p:cNvSpPr/>
          <p:nvPr/>
        </p:nvSpPr>
        <p:spPr>
          <a:xfrm>
            <a:off x="8115300" y="1104900"/>
            <a:ext cx="38100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AI 解決方案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Text 4"/>
          <p:cNvSpPr/>
          <p:nvPr/>
        </p:nvSpPr>
        <p:spPr>
          <a:xfrm>
            <a:off x="828675" y="182880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缺乏整理動力與外在压力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Text 5"/>
          <p:cNvSpPr/>
          <p:nvPr/>
        </p:nvSpPr>
        <p:spPr>
          <a:xfrm>
            <a:off x="4610100" y="1828800"/>
            <a:ext cx="2377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手動設定提醒、被動等待意願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Text 6"/>
          <p:cNvSpPr/>
          <p:nvPr/>
        </p:nvSpPr>
        <p:spPr>
          <a:xfrm>
            <a:off x="8467725" y="1714500"/>
            <a:ext cx="32289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AI 以角色互動激勵行動，提供情緒支持與實時指導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Text 7"/>
          <p:cNvSpPr/>
          <p:nvPr/>
        </p:nvSpPr>
        <p:spPr>
          <a:xfrm>
            <a:off x="800100" y="241935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不知道從哪裡開始整理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610100" y="2419350"/>
            <a:ext cx="20525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傳統 To-Do 清單過於抽象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420100" y="2419350"/>
            <a:ext cx="37769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Computer Vision 直接指出雜亂區域與整理順序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847725" y="291465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容易分心或半途而廢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4610100" y="291465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缺乏即時陪伴與回饋機制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8467725" y="2914650"/>
            <a:ext cx="29667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AI 透過語音鼓勵與任務追蹤保持專注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800100" y="340995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對整理有心理抗拒感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4562475" y="3409950"/>
            <a:ext cx="17071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傳統家務 App 冷冰冰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8420100" y="3409950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可愛角色語音互動，降低心理抗拒感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847725" y="390525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不知道收哪裡最合理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4591050" y="390525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缺乏收納知識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8372475" y="3905250"/>
            <a:ext cx="38811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AI 根據物品辨識與資料庫給出具體收納位置建議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2980784" y="6086475"/>
            <a:ext cx="63477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 AI 解決方案核心理念：將 AI 定位為 </a:t>
            </a:r>
            <a:r>
              <a:rPr lang="en-US" sz="135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整理夥伴 </a:t>
            </a: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，而非單純的催促者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800"/>
            <a:ext cx="1556742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821" y="31242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696" y="32385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4942" y="3705225"/>
            <a:ext cx="682972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7914" y="2838450"/>
            <a:ext cx="1556742" cy="1752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0536" y="29908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4361" y="3105150"/>
            <a:ext cx="3238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4657" y="3705225"/>
            <a:ext cx="682972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17629" y="2876550"/>
            <a:ext cx="1556742" cy="1676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0" y="302895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53125" y="314325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4371" y="3705225"/>
            <a:ext cx="682972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57343" y="2971800"/>
            <a:ext cx="1556742" cy="1485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49964" y="31242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4739" y="3238500"/>
            <a:ext cx="3619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086" y="3705225"/>
            <a:ext cx="682972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97058" y="2971800"/>
            <a:ext cx="1556742" cy="1485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89679" y="312420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94454" y="3238500"/>
            <a:ext cx="3619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4457700"/>
            <a:ext cx="11277600" cy="56376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5372100"/>
            <a:ext cx="3606701" cy="1028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5524500"/>
            <a:ext cx="23812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92501" y="5372100"/>
            <a:ext cx="3606850" cy="1028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44901" y="5524500"/>
            <a:ext cx="238125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27950" y="5372100"/>
            <a:ext cx="3606701" cy="1028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0350" y="5524500"/>
            <a:ext cx="238125" cy="2667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AI Agent 系統架構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Text 1"/>
          <p:cNvSpPr/>
          <p:nvPr/>
        </p:nvSpPr>
        <p:spPr>
          <a:xfrm>
            <a:off x="-670560" y="12573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「家務整潔 AI 小助手」透過多模態整合，建立完整的智慧整理生態系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273671" y="3810000"/>
            <a:ext cx="822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影像輸入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Text 3"/>
          <p:cNvSpPr/>
          <p:nvPr/>
        </p:nvSpPr>
        <p:spPr>
          <a:xfrm>
            <a:off x="976491" y="411480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使用者攝影機輸入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Text 4"/>
          <p:cNvSpPr/>
          <p:nvPr/>
        </p:nvSpPr>
        <p:spPr>
          <a:xfrm>
            <a:off x="3230314" y="3676650"/>
            <a:ext cx="125194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Computer Vision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Text 5"/>
          <p:cNvSpPr/>
          <p:nvPr/>
        </p:nvSpPr>
        <p:spPr>
          <a:xfrm>
            <a:off x="3136196" y="4248150"/>
            <a:ext cx="1440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物品辨識與雜亂分析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Text 6"/>
          <p:cNvSpPr/>
          <p:nvPr/>
        </p:nvSpPr>
        <p:spPr>
          <a:xfrm>
            <a:off x="5746700" y="3714750"/>
            <a:ext cx="8381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AI Agent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470029" y="4019550"/>
            <a:ext cx="125194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控制系統與優先順序演算法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8"/>
          <p:cNvSpPr/>
          <p:nvPr/>
        </p:nvSpPr>
        <p:spPr>
          <a:xfrm>
            <a:off x="7792641" y="3810000"/>
            <a:ext cx="13031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GPT 角色互動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9"/>
          <p:cNvSpPr/>
          <p:nvPr/>
        </p:nvSpPr>
        <p:spPr>
          <a:xfrm>
            <a:off x="7615624" y="4114800"/>
            <a:ext cx="1440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自然語言與情緒陪伴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10146804" y="3810000"/>
            <a:ext cx="102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使用者行動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10015359" y="4114800"/>
            <a:ext cx="11201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整理行動與紀錄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962025" y="5543550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多模態串接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609600" y="5867400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串接 Vision（影像辨識）、Voice（語音互動）和 Chat（對話系統），打造全方位整理助手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4797326" y="554355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智慧控制流程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4444901" y="5867400"/>
            <a:ext cx="3302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從環境感知到個性化建議，再到即時互動與紀錄，形成閉環整理輔助系統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8632775" y="554355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情境適應能力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8280350" y="5867400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結合房間狀態、個人偏好與情緒反饋，提供客製化整理建議與互動體驗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76400"/>
            <a:ext cx="2743200" cy="2400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" y="18669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925" y="19812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00" y="27432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400" y="1790700"/>
            <a:ext cx="2743200" cy="2171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0" y="19812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3125" y="209550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27432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600" y="1790700"/>
            <a:ext cx="2743200" cy="2171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77450" y="19812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53663" y="2095500"/>
            <a:ext cx="219075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381500"/>
            <a:ext cx="5524500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610100"/>
            <a:ext cx="142875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4381500"/>
            <a:ext cx="5524500" cy="1752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610100"/>
            <a:ext cx="142875" cy="1905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Computer Vision 模組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電腦視覺模組是「家務整潔AI小助手」感知環境的關鍵，透過先進的影像分析技術，實現房間狀態的智慧辨識與整理建議生成。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47700" y="2590800"/>
            <a:ext cx="236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物品辨識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47700" y="2971800"/>
            <a:ext cx="23622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運用 </a:t>
            </a: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YOLOv8 </a:t>
            </a: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、 </a:t>
            </a: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Segment Anything </a:t>
            </a: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或 </a:t>
            </a: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Detectron2 </a:t>
            </a: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等先進物件偵測技術，精確識別房間內的各類物品。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4914900" y="2705100"/>
            <a:ext cx="236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雜亂程度分析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4914900" y="3086100"/>
            <a:ext cx="2362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將偵測到的房間現況與預設的 </a:t>
            </a: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「理想房間模板」 </a:t>
            </a: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進行比對，自動標示出需要整理的區域或物品。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9182100" y="2705100"/>
            <a:ext cx="236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清潔報告生成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7"/>
          <p:cNvSpPr/>
          <p:nvPr/>
        </p:nvSpPr>
        <p:spPr>
          <a:xfrm>
            <a:off x="9182100" y="3086100"/>
            <a:ext cx="2362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根據比對結果，生成詳細的 </a:t>
            </a:r>
            <a:r>
              <a:rPr lang="en-US" sz="12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「清潔報告」 </a:t>
            </a: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，指出雜亂點，並提供具體的整理行動清單。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8"/>
          <p:cNvSpPr/>
          <p:nvPr/>
        </p:nvSpPr>
        <p:spPr>
          <a:xfrm>
            <a:off x="904875" y="45720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YOLOv8 物件偵測優勢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85800" y="49530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即時物件偵測系統，單次圖像處理中同時識別並分類物件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685800" y="52578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高速度和高準確性，適用於快速分析房間狀況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685800" y="55626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支援多種物體類別辨識，包括衣物、書籍、電子設備等家居常見物品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6657975" y="45720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產出結果範例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6400800" y="4953000"/>
            <a:ext cx="2495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清潔報告：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6400800" y="5257800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客廳沙發區域雜亂度：75%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400800" y="5486400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茶几上物品擺放混亂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6400800" y="5715000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地毯上可見多件衣物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9048750" y="4953000"/>
            <a:ext cx="2495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建議行動清單：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9048750" y="5257800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將散落在地上的衣物收進衣櫃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9048750" y="5486400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整理茶几上的雜物歸位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9048750" y="5715000"/>
            <a:ext cx="2495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將垃圾送至垃圾桶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38300"/>
            <a:ext cx="5410200" cy="800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0975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8859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590800"/>
            <a:ext cx="5410200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7622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8384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543300"/>
            <a:ext cx="5410200" cy="800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1475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613" y="37909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638300"/>
            <a:ext cx="541020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0001" y="2428875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3695700"/>
            <a:ext cx="5410200" cy="1828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4572000"/>
            <a:ext cx="2476500" cy="7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4572000"/>
            <a:ext cx="1609725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5067300"/>
            <a:ext cx="24765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5067300"/>
            <a:ext cx="866775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82100" y="44958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82100" y="4800600"/>
            <a:ext cx="1524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情境分析與個人化建議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5720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情境分析因素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219200" y="1790700"/>
            <a:ext cx="304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房間雜亂程度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3"/>
          <p:cNvSpPr/>
          <p:nvPr/>
        </p:nvSpPr>
        <p:spPr>
          <a:xfrm>
            <a:off x="1219200" y="205740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評估整體混亂等級，辨識需要優先整理的區域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4"/>
          <p:cNvSpPr/>
          <p:nvPr/>
        </p:nvSpPr>
        <p:spPr>
          <a:xfrm>
            <a:off x="1219200" y="2743200"/>
            <a:ext cx="304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物品類型分析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219200" y="300990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識別不同物品的性質與重要性，決定整理策略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19200" y="3695700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空間使用率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Text 7"/>
          <p:cNvSpPr/>
          <p:nvPr/>
        </p:nvSpPr>
        <p:spPr>
          <a:xfrm>
            <a:off x="1219200" y="39624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分析每個區域的功能與使用頻率，優化空間配置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Text 8"/>
          <p:cNvSpPr/>
          <p:nvPr/>
        </p:nvSpPr>
        <p:spPr>
          <a:xfrm>
            <a:off x="632460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個人化建議系統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553200" y="18669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偏好學習與適應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8242250" y="2247900"/>
            <a:ext cx="39165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學習使用者的整理習慣與偏好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8242250" y="2552700"/>
            <a:ext cx="39165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適應不同用戶的個性與需求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8242250" y="2857500"/>
            <a:ext cx="39165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根據反饋持續優化建議精準度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6553200" y="39243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多維度個人化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6553200" y="430530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極簡風格偏好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8762702" y="4305300"/>
            <a:ext cx="3203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65%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6553200" y="4800600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收藏型偏好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8762702" y="4800600"/>
            <a:ext cx="3203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35%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9410700" y="445770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極簡風格建議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9410700" y="47625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收藏型整理方案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-670560" y="6134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情境分析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與 </a:t>
            </a:r>
            <a:r>
              <a:rPr lang="en-US" sz="135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個人化建議 </a:t>
            </a: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的結合，打造真正符合使用者需求的智慧整理體驗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76400"/>
            <a:ext cx="5524500" cy="1308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8669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1952625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6350" y="2209800"/>
            <a:ext cx="45148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6350" y="2209800"/>
            <a:ext cx="225742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6350" y="25812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76400"/>
            <a:ext cx="5524500" cy="1308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8669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4625" y="19526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9450" y="2209800"/>
            <a:ext cx="45148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9450" y="2209800"/>
            <a:ext cx="1354336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9450" y="25812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213050"/>
            <a:ext cx="5524500" cy="1308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40355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238" y="3489275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6350" y="3746450"/>
            <a:ext cx="451485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6350" y="3746450"/>
            <a:ext cx="3160365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6350" y="411792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213050"/>
            <a:ext cx="5524500" cy="1308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4035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4625" y="3489275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29450" y="3746450"/>
            <a:ext cx="451485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9450" y="3746450"/>
            <a:ext cx="3837533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9450" y="4117925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4749701"/>
            <a:ext cx="11277600" cy="1231999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" y="4940201"/>
            <a:ext cx="476250" cy="4762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5813" y="5025926"/>
            <a:ext cx="200025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76350" y="5511701"/>
            <a:ext cx="7700963" cy="228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76350" y="5511701"/>
            <a:ext cx="4620518" cy="228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46646" y="5557209"/>
            <a:ext cx="133350" cy="13335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CAF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預期成效與評估方式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透過以下關鍵績效指標（KPIs）的追蹤與評估，我們預期「家務整潔 AI 小助手」將能顯著改善使用者的整理習慣與居家環境。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276350" y="1866900"/>
            <a:ext cx="160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使用者整理意願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3"/>
          <p:cNvSpPr/>
          <p:nvPr/>
        </p:nvSpPr>
        <p:spPr>
          <a:xfrm>
            <a:off x="5150495" y="1866900"/>
            <a:ext cx="7688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↑ 50%+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4"/>
          <p:cNvSpPr/>
          <p:nvPr/>
        </p:nvSpPr>
        <p:spPr>
          <a:xfrm>
            <a:off x="1447800" y="2552700"/>
            <a:ext cx="5417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 評估方式：問卷調查與行為追蹤（啟動率、互動时间）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Text 5"/>
          <p:cNvSpPr/>
          <p:nvPr/>
        </p:nvSpPr>
        <p:spPr>
          <a:xfrm>
            <a:off x="7029450" y="186690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平均整理時間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Text 6"/>
          <p:cNvSpPr/>
          <p:nvPr/>
        </p:nvSpPr>
        <p:spPr>
          <a:xfrm>
            <a:off x="11014770" y="1866900"/>
            <a:ext cx="6354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↓ 30%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Text 7"/>
          <p:cNvSpPr/>
          <p:nvPr/>
        </p:nvSpPr>
        <p:spPr>
          <a:xfrm>
            <a:off x="7200900" y="2552700"/>
            <a:ext cx="4514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 評估方式：整理前後平均時間統計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Text 8"/>
          <p:cNvSpPr/>
          <p:nvPr/>
        </p:nvSpPr>
        <p:spPr>
          <a:xfrm>
            <a:off x="1276350" y="3403550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房間整潔度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Text 9"/>
          <p:cNvSpPr/>
          <p:nvPr/>
        </p:nvSpPr>
        <p:spPr>
          <a:xfrm>
            <a:off x="5261670" y="3403550"/>
            <a:ext cx="6354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↑ 70%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1447800" y="4089350"/>
            <a:ext cx="5417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 評估方式：AI 前後影像比對（雜亂度偵測）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7029450" y="340355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使用者滿意度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10903595" y="3403550"/>
            <a:ext cx="7688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↑ 85%+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7200900" y="4089350"/>
            <a:ext cx="4514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 評估方式：問卷調查與語音互動回饋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1276350" y="4940201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使用持續率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10507396" y="4921150"/>
            <a:ext cx="11371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8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每周 &gt; 3 次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1276350" y="5283101"/>
            <a:ext cx="320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目前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8710613" y="5283101"/>
            <a:ext cx="320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目標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9318096" y="5528634"/>
            <a:ext cx="2897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 評估方式：使用頻率追蹤分析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457200" y="6210300"/>
            <a:ext cx="1127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-120"/>
              </a:rPr>
              <a:t>所有評估將透過問卷調查、行為追蹤與AI分析等多種方式進行，確保數據客觀準確。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465</Words>
  <Application>Microsoft Office PowerPoint</Application>
  <PresentationFormat>寬螢幕</PresentationFormat>
  <Paragraphs>157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ui-sans-serif</vt:lpstr>
      <vt:lpstr>標楷體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Anderson Chen</cp:lastModifiedBy>
  <cp:revision>3</cp:revision>
  <dcterms:created xsi:type="dcterms:W3CDTF">2025-10-25T14:44:43Z</dcterms:created>
  <dcterms:modified xsi:type="dcterms:W3CDTF">2025-11-04T17:02:09Z</dcterms:modified>
</cp:coreProperties>
</file>